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Montserrat"/>
      <p:regular r:id="rId13"/>
    </p:embeddedFont>
    <p:embeddedFont>
      <p:font typeface="Montserrat"/>
      <p:regular r:id="rId14"/>
    </p:embeddedFont>
    <p:embeddedFont>
      <p:font typeface="Montserrat"/>
      <p:regular r:id="rId15"/>
    </p:embeddedFont>
    <p:embeddedFont>
      <p:font typeface="Montserrat"/>
      <p:regular r:id="rId16"/>
    </p:embeddedFont>
    <p:embeddedFont>
      <p:font typeface="Source Sans 3"/>
      <p:regular r:id="rId17"/>
    </p:embeddedFont>
    <p:embeddedFont>
      <p:font typeface="Source Sans 3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Compreender um pouco mais sobre o git e a sua importância pros desenvolvedores
Explorar como o github contribue para o trabalho em equipe
Entender como o git e o github se complementam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é um sistema de controle de versão distribuído, distribuido pois cada desenvolvedor tem uma cópia completa do repositório localmente.Ele registra o histórico de alterações feitas em arquivos de um projeto;
Permite o trabalho em equipe, pois permite que cada desenvolvedor tenha sua área de trabalho (branches)
Garante controle de versão, colaboração segura entre desenvolvedores, rastreamento de mudanças e organização do código-fonte.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github, gitlab e bitbucket são repositórios remotos, que permitem salvar códigos em nuvem, como um google drive
são próprios para aceitar códigos que são controlados pelo git, todos possuem os mesmos principios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é uma ferramenta local usada para controlar o histórico de alterações em arquivos.Git é como um editor de texto com histórico no seu computador.
GitHub, por outro lado, é uma plataforma online onde você pode hospedar projetos que usam Git.
GitHub é como o Google Drive, onde você pode salvar e compartilhar esse histórico com outras pessoas.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Commits pequenos, sempre evitar muitas alterações em um commit e sempre deixar mensagem clara sobre o que foi feito
Não fazer commits ou pushs direto na branch main, sempre abrir uma solicitação
gitignore serve para o git ignorar arquivos e não os salvar no seu controle de histórico
PRs ou MRs são solicitações para fazer a junção de um ambiente de trabalho em outro
Dica Extra - Não mexer naquilo que não está no escopo do seu desenvolvimento, devido ao histórico de alterações que ficará salvo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56103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 &amp; Github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3632478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Compreenda o que é Git, sua importância e porque ele é essencial para desenvolvedores;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4650462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Explore como o Github contribui para o trabalho em equipe;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198" y="5298281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Entenda como o git e o github se complementam.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491" y="1431608"/>
            <a:ext cx="4869299" cy="53663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3798" y="86677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Quem sou eu?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863798" y="1587579"/>
            <a:ext cx="7416403" cy="2275403"/>
          </a:xfrm>
          <a:prstGeom prst="roundRect">
            <a:avLst>
              <a:gd name="adj" fmla="val 1627"/>
            </a:avLst>
          </a:prstGeom>
          <a:solidFill>
            <a:srgbClr val="303132"/>
          </a:solidFill>
          <a:ln/>
        </p:spPr>
      </p:sp>
      <p:sp>
        <p:nvSpPr>
          <p:cNvPr id="6" name="Text 2"/>
          <p:cNvSpPr/>
          <p:nvPr/>
        </p:nvSpPr>
        <p:spPr>
          <a:xfrm>
            <a:off x="1110615" y="183439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Thiago Prado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10615" y="2333030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Desenvolvedor Full Stack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110615" y="2789515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Luizalabs - Magalu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110615" y="3246001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Graduado em Sistemas de Informação (Uni-FACEF)</a:t>
            </a:r>
            <a:endParaRPr lang="en-US" sz="1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4418290"/>
            <a:ext cx="2318623" cy="26668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23121" y="4362688"/>
            <a:ext cx="236458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62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867" y="937141"/>
            <a:ext cx="4944547" cy="635734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547" y="595908"/>
            <a:ext cx="4925616" cy="615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que é Git?</a:t>
            </a:r>
            <a:endParaRPr lang="en-US" sz="385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47" y="1536621"/>
            <a:ext cx="1083588" cy="130028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058829" y="1753314"/>
            <a:ext cx="6326624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é um </a:t>
            </a:r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 de controle de versão distribuído</a:t>
            </a:r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</a:t>
            </a:r>
            <a:endParaRPr lang="en-US" sz="21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47" y="2836902"/>
            <a:ext cx="1083588" cy="130028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058829" y="3053596"/>
            <a:ext cx="6326624" cy="812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 registra o histórico de alterações feitas em arquivos de um projeto;</a:t>
            </a:r>
            <a:endParaRPr lang="en-US" sz="21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47" y="4137184"/>
            <a:ext cx="1083588" cy="165211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058829" y="4353878"/>
            <a:ext cx="6326624" cy="1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 Git, </a:t>
            </a:r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várias pessoas podem trabalhar juntas no mesmo código</a:t>
            </a:r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ao mesmo tempo, sem sobrescrever o trabalho umas das outras.</a:t>
            </a:r>
            <a:endParaRPr lang="en-US" sz="21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547" y="5789295"/>
            <a:ext cx="1083588" cy="1846421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2058829" y="6005989"/>
            <a:ext cx="2462808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Importância</a:t>
            </a:r>
            <a:endParaRPr lang="en-US" sz="1900" dirty="0"/>
          </a:p>
        </p:txBody>
      </p:sp>
      <p:sp>
        <p:nvSpPr>
          <p:cNvPr id="13" name="Text 5"/>
          <p:cNvSpPr/>
          <p:nvPr/>
        </p:nvSpPr>
        <p:spPr>
          <a:xfrm>
            <a:off x="2058829" y="6443901"/>
            <a:ext cx="6326624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Garante controle de versão, colaboração segura entre desenvolvedores, rastreamento de mudanças e organização do código-fonte.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441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351" y="3103840"/>
            <a:ext cx="5574744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que são GitHub, GitLab e Bitbucket?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712351" y="3755946"/>
            <a:ext cx="13205698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Repositórios remotos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armazenam códigos Git na nuvem.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80" y="4290060"/>
            <a:ext cx="1862138" cy="18621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72114" y="6406515"/>
            <a:ext cx="231278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12351" y="6817638"/>
            <a:ext cx="423231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Grande comunidade open source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2351" y="7193994"/>
            <a:ext cx="423231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Integração com GitHub Actions (CI/CD)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12" y="4290060"/>
            <a:ext cx="1862138" cy="18621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8746" y="6406515"/>
            <a:ext cx="231278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GitLab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5198983" y="6817638"/>
            <a:ext cx="423231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Voltado para DevOps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198983" y="7193994"/>
            <a:ext cx="423231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CI/CD embutido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0644" y="4290060"/>
            <a:ext cx="1862257" cy="18622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45378" y="6406634"/>
            <a:ext cx="231278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Bitbucket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685615" y="6817757"/>
            <a:ext cx="4232434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Integrado ao ecossistema Atlassian (Jira, Trello)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9685615" y="7499271"/>
            <a:ext cx="4232434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Bitbucket Pipelines (CI/CD)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21398" y="1469946"/>
            <a:ext cx="827282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Diferença entre Git e Github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4521398" y="2541389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0817" y="2650748"/>
            <a:ext cx="336471" cy="3364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23523" y="262616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323523" y="3124795"/>
            <a:ext cx="844307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é uma ferramenta local usada para controlar o histórico de alterações em arquivos;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4521398" y="4358759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0817" y="4468118"/>
            <a:ext cx="336471" cy="3364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23523" y="444353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323523" y="4942165"/>
            <a:ext cx="844307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é uma plataforma online onde você pode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hospedar projetos que usam Git;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4521398" y="580596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0817" y="5915323"/>
            <a:ext cx="336471" cy="3364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23523" y="589073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Resumo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5323523" y="6389370"/>
            <a:ext cx="844307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é a ferramenta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Github é um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serviço baseado no Git.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488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5579" y="3600569"/>
            <a:ext cx="5361503" cy="670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Boas práticas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825579" y="5686068"/>
            <a:ext cx="3067883" cy="235863"/>
          </a:xfrm>
          <a:prstGeom prst="roundRect">
            <a:avLst>
              <a:gd name="adj" fmla="val 15003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1061442" y="6157793"/>
            <a:ext cx="2596158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Commits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61442" y="6634401"/>
            <a:ext cx="2596158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Commits pequenos e com mensagens claras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129326" y="5332214"/>
            <a:ext cx="3067883" cy="235863"/>
          </a:xfrm>
          <a:prstGeom prst="roundRect">
            <a:avLst>
              <a:gd name="adj" fmla="val 15003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4365188" y="5803940"/>
            <a:ext cx="2596158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Branch Main/Master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365188" y="6615708"/>
            <a:ext cx="2596158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Nunca faça push direto na </a:t>
            </a:r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sem revisar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7433072" y="4978360"/>
            <a:ext cx="3067883" cy="235863"/>
          </a:xfrm>
          <a:prstGeom prst="roundRect">
            <a:avLst>
              <a:gd name="adj" fmla="val 15003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7668935" y="5450086"/>
            <a:ext cx="2596158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 Ignore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68935" y="5926693"/>
            <a:ext cx="2596158" cy="107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</a:t>
            </a:r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evite dados sensíveis no repositório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10736818" y="4624507"/>
            <a:ext cx="3068003" cy="235863"/>
          </a:xfrm>
          <a:prstGeom prst="roundRect">
            <a:avLst>
              <a:gd name="adj" fmla="val 15003"/>
            </a:avLst>
          </a:prstGeom>
          <a:solidFill>
            <a:srgbClr val="303132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681" y="5096232"/>
            <a:ext cx="259627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Review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972681" y="5572839"/>
            <a:ext cx="2596277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Revise PRs e colabore com feedback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2025-10-27T01:04:07Z</dcterms:created>
  <dcterms:modified xsi:type="dcterms:W3CDTF">2025-10-27T01:04:07Z</dcterms:modified>
</cp:coreProperties>
</file>